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Our Solution, and 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9350" y="723900"/>
            <a:ext cx="2884140" cy="323850"/>
          </a:xfrm>
          <a:prstGeom prst="roundRect">
            <a:avLst>
              <a:gd name="adj" fmla="val 19608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5957" y="800100"/>
            <a:ext cx="26309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AGING CRISIS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9350" y="1149251"/>
            <a:ext cx="1391245" cy="903833"/>
          </a:xfrm>
          <a:prstGeom prst="roundRect">
            <a:avLst>
              <a:gd name="adj" fmla="val 7026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3163" y="1149251"/>
            <a:ext cx="0" cy="903833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029" y="1250752"/>
            <a:ext cx="11115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3029" y="1555552"/>
            <a:ext cx="1111514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65+ will double by 2050 in Western countries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772096" y="1149251"/>
            <a:ext cx="1391394" cy="903833"/>
          </a:xfrm>
          <a:prstGeom prst="roundRect">
            <a:avLst>
              <a:gd name="adj" fmla="val 7026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795909" y="1149251"/>
            <a:ext cx="0" cy="903833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35773" y="1250752"/>
            <a:ext cx="11116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 to 2:1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35773" y="1555552"/>
            <a:ext cx="111166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per retiree ratio dropping in EU/US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9350" y="2154585"/>
            <a:ext cx="1391245" cy="771823"/>
          </a:xfrm>
          <a:prstGeom prst="roundRect">
            <a:avLst>
              <a:gd name="adj" fmla="val 8227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03163" y="2154585"/>
            <a:ext cx="0" cy="771823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029" y="2256086"/>
            <a:ext cx="11115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3029" y="2560886"/>
            <a:ext cx="111151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worldwide need wheelchairs today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72096" y="2154585"/>
            <a:ext cx="1391394" cy="771823"/>
          </a:xfrm>
          <a:prstGeom prst="roundRect">
            <a:avLst>
              <a:gd name="adj" fmla="val 8227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795909" y="2154585"/>
            <a:ext cx="0" cy="771823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35773" y="2256086"/>
            <a:ext cx="11116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35773" y="2560886"/>
            <a:ext cx="111166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size decline since 1970 in the West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9350" y="3027908"/>
            <a:ext cx="2884140" cy="558403"/>
          </a:xfrm>
          <a:prstGeom prst="roundRect">
            <a:avLst>
              <a:gd name="adj" fmla="val 11372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9998" y="3129409"/>
            <a:ext cx="268284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seniors. Fewer caregivers. Smaller families. The care gap is widening every year.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9350" y="3687812"/>
            <a:ext cx="2884140" cy="800844"/>
          </a:xfrm>
          <a:prstGeom prst="roundRect">
            <a:avLst>
              <a:gd name="adj" fmla="val 7929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6301" y="3789313"/>
            <a:ext cx="268284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wheelchairs create total dependency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6301" y="3988594"/>
            <a:ext cx="268284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issues go undetected until emergencies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6301" y="4187875"/>
            <a:ext cx="268284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caregiver shortage in US by 2030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92091" y="723900"/>
            <a:ext cx="2622054" cy="323850"/>
          </a:xfrm>
          <a:prstGeom prst="roundRect">
            <a:avLst>
              <a:gd name="adj" fmla="val 19608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21318" y="800100"/>
            <a:ext cx="2363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92091" y="1136600"/>
            <a:ext cx="2622054" cy="434876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415903" y="1136600"/>
            <a:ext cx="0" cy="4348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666" y="1212800"/>
            <a:ext cx="2366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AutoGlide + VitalRide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666" y="1380976"/>
            <a:ext cx="23669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wheelchairs for consumers and facilities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92091" y="1660327"/>
            <a:ext cx="2622054" cy="434876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415903" y="1660327"/>
            <a:ext cx="0" cy="4348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666" y="1736527"/>
            <a:ext cx="2366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Navigation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66666" y="1904702"/>
            <a:ext cx="23669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+ AI for point-to-point travel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92091" y="2184053"/>
            <a:ext cx="2622054" cy="434876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415903" y="2184053"/>
            <a:ext cx="0" cy="4348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666" y="2260253"/>
            <a:ext cx="2366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Monitoring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66666" y="2428429"/>
            <a:ext cx="23669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rate, respiratory, fall detection 24/7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92091" y="2707779"/>
            <a:ext cx="2622054" cy="434876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3415903" y="2707779"/>
            <a:ext cx="0" cy="4348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666" y="2783979"/>
            <a:ext cx="2366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Safety Alerts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566666" y="2952155"/>
            <a:ext cx="23669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Geofencing, emergency SOS, caregiver alerts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92091" y="3231505"/>
            <a:ext cx="2622054" cy="434876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3415903" y="3231505"/>
            <a:ext cx="0" cy="4348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666" y="3307705"/>
            <a:ext cx="2366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Dashboard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66666" y="3475881"/>
            <a:ext cx="23669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and telehealth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42745" y="723900"/>
            <a:ext cx="2621905" cy="323850"/>
          </a:xfrm>
          <a:prstGeom prst="roundRect">
            <a:avLst>
              <a:gd name="adj" fmla="val 19608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71973" y="800100"/>
            <a:ext cx="2363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42745" y="1136600"/>
            <a:ext cx="2621905" cy="434876"/>
          </a:xfrm>
          <a:prstGeom prst="roundRect">
            <a:avLst>
              <a:gd name="adj" fmla="val 14602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266557" y="1136600"/>
            <a:ext cx="0" cy="434876"/>
          </a:xfrm>
          <a:prstGeom prst="line">
            <a:avLst/>
          </a:prstGeom>
          <a:noFill/>
          <a:ln w="47625">
            <a:solidFill>
              <a:srgbClr val="D4A57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17320" y="1212800"/>
            <a:ext cx="2366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+ Computer Vision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17320" y="1380976"/>
            <a:ext cx="2366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point-to-point navigation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42745" y="1660327"/>
            <a:ext cx="2621905" cy="434876"/>
          </a:xfrm>
          <a:prstGeom prst="roundRect">
            <a:avLst>
              <a:gd name="adj" fmla="val 14602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6266557" y="1660327"/>
            <a:ext cx="0" cy="434876"/>
          </a:xfrm>
          <a:prstGeom prst="line">
            <a:avLst/>
          </a:prstGeom>
          <a:noFill/>
          <a:ln w="47625">
            <a:solidFill>
              <a:srgbClr val="D4A57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17320" y="1736527"/>
            <a:ext cx="2366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UWB Indoor Positioning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17320" y="1904702"/>
            <a:ext cx="2366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Sub-10cm accuracy indoors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42745" y="2184053"/>
            <a:ext cx="2621905" cy="434876"/>
          </a:xfrm>
          <a:prstGeom prst="roundRect">
            <a:avLst>
              <a:gd name="adj" fmla="val 14602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6266557" y="2184053"/>
            <a:ext cx="0" cy="434876"/>
          </a:xfrm>
          <a:prstGeom prst="line">
            <a:avLst/>
          </a:prstGeom>
          <a:noFill/>
          <a:ln w="47625">
            <a:solidFill>
              <a:srgbClr val="D4A57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17320" y="2260253"/>
            <a:ext cx="2366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PPG + Piezoelectric Sensors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17320" y="2428429"/>
            <a:ext cx="2366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 and respiratory monitoring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242745" y="2707779"/>
            <a:ext cx="2621905" cy="434876"/>
          </a:xfrm>
          <a:prstGeom prst="roundRect">
            <a:avLst>
              <a:gd name="adj" fmla="val 14602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6266557" y="2707779"/>
            <a:ext cx="0" cy="434876"/>
          </a:xfrm>
          <a:prstGeom prst="line">
            <a:avLst/>
          </a:prstGeom>
          <a:noFill/>
          <a:ln w="47625">
            <a:solidFill>
              <a:srgbClr val="D4A57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17320" y="2783979"/>
            <a:ext cx="2366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Processing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417320" y="2952155"/>
            <a:ext cx="2366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anomaly detection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242745" y="3231505"/>
            <a:ext cx="2621905" cy="434876"/>
          </a:xfrm>
          <a:prstGeom prst="roundRect">
            <a:avLst>
              <a:gd name="adj" fmla="val 14602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6266557" y="3231505"/>
            <a:ext cx="0" cy="434876"/>
          </a:xfrm>
          <a:prstGeom prst="line">
            <a:avLst/>
          </a:prstGeom>
          <a:noFill/>
          <a:ln w="47625">
            <a:solidFill>
              <a:srgbClr val="D4A57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17320" y="3307705"/>
            <a:ext cx="2366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Building APIs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417320" y="3475881"/>
            <a:ext cx="2366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Elevators, doors, telehealth integration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0" y="4658023"/>
            <a:ext cx="9144000" cy="485477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271506" y="4759523"/>
            <a:ext cx="800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71506" y="4927699"/>
            <a:ext cx="800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warnings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259467" y="4759523"/>
            <a:ext cx="765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259467" y="4927699"/>
            <a:ext cx="7657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Breathing issues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2213022" y="475952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13022" y="4927699"/>
            <a:ext cx="794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Safety/navigation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195178" y="4759523"/>
            <a:ext cx="8059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195178" y="4927699"/>
            <a:ext cx="8059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alerts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188419" y="4759523"/>
            <a:ext cx="8097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188419" y="4927699"/>
            <a:ext cx="8097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tracking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104037" y="4834086"/>
            <a:ext cx="952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Compliant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266087" y="4834086"/>
            <a:ext cx="6759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Class II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8157418" y="4834086"/>
            <a:ext cx="721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2026-01-24T15:32:58Z</dcterms:created>
  <dcterms:modified xsi:type="dcterms:W3CDTF">2026-01-24T15:32:58Z</dcterms:modified>
</cp:coreProperties>
</file>