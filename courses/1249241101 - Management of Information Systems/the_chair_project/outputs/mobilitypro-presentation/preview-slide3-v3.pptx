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1076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and Growth Strategy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3901" y="638026"/>
            <a:ext cx="3353693" cy="1916311"/>
          </a:xfrm>
          <a:prstGeom prst="roundRect">
            <a:avLst>
              <a:gd name="adj" fmla="val 3976"/>
            </a:avLst>
          </a:prstGeom>
          <a:solidFill>
            <a:srgbClr val="F0F5ED"/>
          </a:solidFill>
          <a:ln w="19050">
            <a:solidFill>
              <a:srgbClr val="87A9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758577"/>
            <a:ext cx="431750" cy="209550"/>
          </a:xfrm>
          <a:prstGeom prst="roundRect">
            <a:avLst>
              <a:gd name="adj" fmla="val 60606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1402" y="796677"/>
            <a:ext cx="233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3152" y="787152"/>
            <a:ext cx="1377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901" y="1031528"/>
            <a:ext cx="312292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homes, rehab centers, VA hospitals, academic medical centers, airports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9901" y="1346299"/>
            <a:ext cx="31229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VitalRide: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Vital monitoring, fleet management, EHR integration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9901" y="1651099"/>
            <a:ext cx="3122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$4,500-8,000/unit | Subscription: $99-299/month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3901" y="2655838"/>
            <a:ext cx="3353693" cy="1916311"/>
          </a:xfrm>
          <a:prstGeom prst="roundRect">
            <a:avLst>
              <a:gd name="adj" fmla="val 3976"/>
            </a:avLst>
          </a:prstGeom>
          <a:solidFill>
            <a:srgbClr val="FDF6F0"/>
          </a:solidFill>
          <a:ln w="19050">
            <a:solidFill>
              <a:srgbClr val="E07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9901" y="2776389"/>
            <a:ext cx="431750" cy="209550"/>
          </a:xfrm>
          <a:prstGeom prst="roundRect">
            <a:avLst>
              <a:gd name="adj" fmla="val 6060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402" y="2814489"/>
            <a:ext cx="233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3152" y="2804964"/>
            <a:ext cx="1147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Consumer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9901" y="3049339"/>
            <a:ext cx="31229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aging at home, family caregivers, disability community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9901" y="3232100"/>
            <a:ext cx="31229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autonomous navigation, health suite, family dashboard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9901" y="3536900"/>
            <a:ext cx="3122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$5,500-9,500 | CareConnect: $29-79/month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98094" y="638026"/>
            <a:ext cx="2321719" cy="269677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78407" y="701427"/>
            <a:ext cx="21610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8094" y="971104"/>
            <a:ext cx="2321719" cy="631627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78407" y="1047304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78407" y="1186904"/>
            <a:ext cx="21610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$1.07M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78407" y="1431280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units | $95K subscriptions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798094" y="1666131"/>
            <a:ext cx="2321719" cy="631627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78407" y="1742331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78407" y="1881932"/>
            <a:ext cx="21610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$3.75M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78407" y="2126307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units | $500K subscriptions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98094" y="2361158"/>
            <a:ext cx="2321719" cy="631627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78407" y="2437358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78407" y="2576959"/>
            <a:ext cx="21610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$8.65M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78407" y="2821335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 units | $1.5M subscriptions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98094" y="3056186"/>
            <a:ext cx="2321719" cy="612577"/>
          </a:xfrm>
          <a:prstGeom prst="roundRect">
            <a:avLst>
              <a:gd name="adj" fmla="val 8293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78407" y="3132386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78407" y="3271986"/>
            <a:ext cx="216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78407" y="3497312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0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Chair Market by 2034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10313" y="638026"/>
            <a:ext cx="2579787" cy="269677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88045" y="701427"/>
            <a:ext cx="2424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0313" y="971104"/>
            <a:ext cx="2579787" cy="647254"/>
          </a:xfrm>
          <a:prstGeom prst="roundRect">
            <a:avLst>
              <a:gd name="adj" fmla="val 784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329363" y="971104"/>
            <a:ext cx="0" cy="64725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9913" y="1034504"/>
            <a:ext cx="238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VALIDATE (M1-12)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9913" y="1174105"/>
            <a:ext cx="2385459" cy="38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programs with 3-5 nursing homes and VA hospitals. Build clinical evidence and reference customers.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10313" y="1681758"/>
            <a:ext cx="2579787" cy="520303"/>
          </a:xfrm>
          <a:prstGeom prst="roundRect">
            <a:avLst>
              <a:gd name="adj" fmla="val 976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329363" y="1681758"/>
            <a:ext cx="0" cy="52030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9913" y="1745159"/>
            <a:ext cx="238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LAUNCH (M9-18)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49913" y="1884759"/>
            <a:ext cx="238545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launch via DME dealers, e-commerce, healthcare provider referrals.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10313" y="2265462"/>
            <a:ext cx="2579787" cy="520303"/>
          </a:xfrm>
          <a:prstGeom prst="roundRect">
            <a:avLst>
              <a:gd name="adj" fmla="val 976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29363" y="2265462"/>
            <a:ext cx="0" cy="52030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9913" y="2328863"/>
            <a:ext cx="238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 (Y2-3)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49913" y="2468463"/>
            <a:ext cx="238545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reimbursement, insurance partnerships, international expansion (UK NHS, EU).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10313" y="2887266"/>
            <a:ext cx="2579787" cy="269677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88045" y="2950666"/>
            <a:ext cx="2424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10313" y="3220343"/>
            <a:ext cx="817662" cy="571202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379860" y="3283744"/>
            <a:ext cx="67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79860" y="3537645"/>
            <a:ext cx="678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point-to-point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191375" y="3220343"/>
            <a:ext cx="817662" cy="571202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260922" y="3283744"/>
            <a:ext cx="67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Health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60922" y="3537645"/>
            <a:ext cx="678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072438" y="3220343"/>
            <a:ext cx="817662" cy="571202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41985" y="3283744"/>
            <a:ext cx="67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Market-Ready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141985" y="3537645"/>
            <a:ext cx="678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0" y="4673650"/>
            <a:ext cx="9144000" cy="46985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46046" y="4768900"/>
            <a:ext cx="801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46046" y="4953000"/>
            <a:ext cx="8012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Investment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285265" y="4768900"/>
            <a:ext cx="8212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50-55%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285265" y="4953000"/>
            <a:ext cx="8212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Gross Margin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344326" y="4768900"/>
            <a:ext cx="8212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344326" y="4953000"/>
            <a:ext cx="8212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510(k) Timeline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403477" y="4768900"/>
            <a:ext cx="8120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CAGR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403477" y="4953000"/>
            <a:ext cx="812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 Rate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895993" y="4749850"/>
            <a:ext cx="19941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Vividly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95993" y="4933950"/>
            <a:ext cx="1994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Independence. Dignity. Peace of Mind.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2026-01-24T15:37:07Z</dcterms:created>
  <dcterms:modified xsi:type="dcterms:W3CDTF">2026-01-24T15:37:07Z</dcterms:modified>
</cp:coreProperties>
</file>