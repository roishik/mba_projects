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6950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687586"/>
            <a:ext cx="427482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52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Vividly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71500" y="1567011"/>
            <a:ext cx="42748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2200" i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Independence. Dignity. Peace of Mind.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71500" y="2513112"/>
            <a:ext cx="4191000" cy="492026"/>
          </a:xfrm>
          <a:prstGeom prst="roundRect">
            <a:avLst>
              <a:gd name="adj" fmla="val 64529"/>
            </a:avLst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950" y="2640062"/>
            <a:ext cx="36272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Autonomous Wheelchair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3259038"/>
            <a:ext cx="4274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Revolutionizing elderly mobility with AI-powered navigation, continuous health monitoring, and connected care.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70450" y="1033462"/>
            <a:ext cx="2793950" cy="2793950"/>
          </a:xfrm>
          <a:prstGeom prst="roundRect">
            <a:avLst>
              <a:gd name="adj" fmla="val 32728"/>
            </a:avLst>
          </a:prstGeom>
          <a:solidFill>
            <a:srgbClr val="87A96B"/>
          </a:solidFill>
          <a:ln/>
          <a:effectLst>
            <a:outerShdw sx="100000" sy="100000" kx="0" ky="0" algn="bl" rotWithShape="0" blurRad="254000" dist="89803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51450" y="1414463"/>
            <a:ext cx="2031950" cy="2031950"/>
          </a:xfrm>
          <a:prstGeom prst="roundRect">
            <a:avLst>
              <a:gd name="adj" fmla="val 45001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18945" y="1911251"/>
            <a:ext cx="710901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0" y="4607123"/>
            <a:ext cx="9144000" cy="536377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1500" y="4784824"/>
            <a:ext cx="187979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1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Investor Presentation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83834" y="4784824"/>
            <a:ext cx="22324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1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Transforming Comfy Chairs Ltd.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2026-01-24T15:30:31Z</dcterms:created>
  <dcterms:modified xsi:type="dcterms:W3CDTF">2026-01-24T15:30:31Z</dcterms:modified>
</cp:coreProperties>
</file>